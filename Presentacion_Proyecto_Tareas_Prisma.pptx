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PROYECTO ACADÉMICO • PROGRAMACIÓN APLICADA II • UCNE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API RESTful con Express 5,</a:t>
            </a:r>
            <a:br/>
            <a:r>
              <a:t>Prisma ORM 7 y PostgreSQL (Neon)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Guía completa paso a paso: arquitectura, configuración moderna con Driver Adapters, modelado relacional, middlewares y operaciones CRUD.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709160"/>
            <a:ext cx="1783080" cy="457200"/>
          </a:xfrm>
          <a:prstGeom prst="roundRect">
            <a:avLst/>
          </a:prstGeom>
          <a:solidFill>
            <a:srgbClr val="0A0E1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Node.js (ESM)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709160"/>
            <a:ext cx="1783080" cy="457200"/>
          </a:xfrm>
          <a:prstGeom prst="roundRect">
            <a:avLst/>
          </a:prstGeom>
          <a:solidFill>
            <a:srgbClr val="0A0E1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Express v5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709160"/>
            <a:ext cx="1783080" cy="457200"/>
          </a:xfrm>
          <a:prstGeom prst="roundRect">
            <a:avLst/>
          </a:prstGeom>
          <a:solidFill>
            <a:srgbClr val="0A0E1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Prisma ORM v7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709160"/>
            <a:ext cx="1783080" cy="457200"/>
          </a:xfrm>
          <a:prstGeom prst="roundRect">
            <a:avLst/>
          </a:prstGeom>
          <a:solidFill>
            <a:srgbClr val="0A0E1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Neon Serverless 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709160"/>
            <a:ext cx="1783080" cy="457200"/>
          </a:xfrm>
          <a:prstGeom prst="roundRect">
            <a:avLst/>
          </a:prstGeom>
          <a:solidFill>
            <a:srgbClr val="0A0E1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@prisma/adapter-pg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Visión General y Objetivos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¿Qué hace este proyecto?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Servicio Backend RESTful:</a:t>
            </a:r>
            <a:r>
              <a:rPr sz="1200">
                <a:solidFill>
                  <a:srgbClr val="94A3B8"/>
                </a:solidFill>
              </a:rPr>
              <a:t> Provee una interfaz HTTP estructurada bajo los estándares REST para la administración de tareas pendientes (To-Do list).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Persistencia en la Nube:</a:t>
            </a:r>
            <a:r>
              <a:rPr sz="1200">
                <a:solidFill>
                  <a:srgbClr val="94A3B8"/>
                </a:solidFill>
              </a:rPr>
              <a:t> Se conecta a una base de datos PostgreSQL Serverless alojada en Neon Tech mediante SSL y pooling.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Prisma ORM 7 de Vanguardia:</a:t>
            </a:r>
            <a:r>
              <a:rPr sz="1200">
                <a:solidFill>
                  <a:srgbClr val="94A3B8"/>
                </a:solidFill>
              </a:rPr>
              <a:t> Utiliza la última versión de Prisma con Driver Adapters nativos (`@prisma/adapter-pg`), garantizando máximo rendimiento.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Validación y Auditoría:</a:t>
            </a:r>
            <a:r>
              <a:rPr sz="1200">
                <a:solidFill>
                  <a:srgbClr val="94A3B8"/>
                </a:solidFill>
              </a:rPr>
              <a:t> Incorpora middlewares personalizados para registro de solicitudes HTTP y validación de campos obligatorios.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Capacidades que Desarrolla el Estudiante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✔ Configuración de Node.js Moderno:</a:t>
            </a:r>
            <a:r>
              <a:rPr sz="1200">
                <a:solidFill>
                  <a:srgbClr val="94A3B8"/>
                </a:solidFill>
              </a:rPr>
              <a:t> Migración a ES Modules (`import/export`) y automatización del ciclo de desarrollo con Nodemon.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✔ Modelado Declarativo:</a:t>
            </a:r>
            <a:r>
              <a:rPr sz="1200">
                <a:solidFill>
                  <a:srgbClr val="94A3B8"/>
                </a:solidFill>
              </a:rPr>
              <a:t> Definición de esquemas de datos relacionales sin escribir SQL manual al inicio.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✔ Ciclo de Vida de Migraciones:</a:t>
            </a:r>
            <a:r>
              <a:rPr sz="1200">
                <a:solidFill>
                  <a:srgbClr val="94A3B8"/>
                </a:solidFill>
              </a:rPr>
              <a:t> Creación, versionado y ejecución de scripts de migración DDL con Prisma Migrate.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✔ Gestión de Respuestas y Códigos HTTP:</a:t>
            </a:r>
            <a:r>
              <a:rPr sz="1200">
                <a:solidFill>
                  <a:srgbClr val="94A3B8"/>
                </a:solidFill>
              </a:rPr>
              <a:t> Uso correcto de 200 OK, 201 Created, 400 Bad Request y 404 Not Found.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Stack Tecnológico y Flujo Arquitectónico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4203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FRAMEWORK WEB HTTP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Express 5.x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Enrutamiento modular, gestión de middlewares de logging y parseo nativo de cuerpos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08760"/>
            <a:ext cx="254203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916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A78BFA"/>
                </a:solidFill>
                <a:latin typeface="Segoe UI"/>
              </a:defRPr>
            </a:pPr>
            <a:r>
              <a:t>CAPA DE ACCESO A DATOS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Prisma ORM 7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ORM declarativo con tipado estático, gestión de esquema y migraciones automatizadas.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08760"/>
            <a:ext cx="254203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6916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4D399"/>
                </a:solidFill>
                <a:latin typeface="Segoe UI"/>
              </a:defRPr>
            </a:pPr>
            <a:r>
              <a:t>DRIVER ADAPTER MODERNO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@prisma/adapter-pg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Nuevo estándar en Prisma 7 para desacoplar el motor Rust y usar clientes SQL nativos.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508760"/>
            <a:ext cx="2542032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691640"/>
            <a:ext cx="2176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  <a:latin typeface="Segoe UI"/>
              </a:defRPr>
            </a:pPr>
            <a:r>
              <a:t>BASE DE DATOS EN LA NUBE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Neon PostgreSQL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PostgreSQL Serverless, escalable, con soporte de pooling y conexiones TLS/SSL.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60020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0180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FLUJO DE COMUNICACIÓN DE UNA PETICIÓN HTTP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Consolas"/>
              </a:defRPr>
            </a:pPr>
            <a:r>
              <a:t>Cliente HTTP (Postman / Web)  ──▶  Middleware Express (Logger &amp; Validador)  ──▶  Rutas CRUD (index.js)</a:t>
            </a:r>
            <a:br/>
            <a:r>
              <a:t>                                                                                                │</a:t>
            </a:r>
            <a:br/>
            <a:r>
              <a:t>Base de Datos PostgreSQL (Neon Cloud)  ◀──  Adapter Driver (@prisma/adapter-pg)  ◀──  Prisma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1: Inicialización del Proyecto Node.js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Crear el entorno de desarrollo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1. Crear Directorio:</a:t>
            </a:r>
            <a:r>
              <a:rPr sz="1200">
                <a:solidFill>
                  <a:srgbClr val="94A3B8"/>
                </a:solidFill>
              </a:rPr>
              <a:t> Iniciar una nueva carpeta limpia en el sistema para albergar el proyecto (`mkdir tareas-prisma`).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2. Inicializar package.json:</a:t>
            </a:r>
            <a:r>
              <a:rPr sz="1200">
                <a:solidFill>
                  <a:srgbClr val="94A3B8"/>
                </a:solidFill>
              </a:rPr>
              <a:t> Ejecutar `npm init -y` para generar el manifiesto predeterminado con las propiedades estándar.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3. Configurar ES Modules:</a:t>
            </a:r>
            <a:r>
              <a:rPr sz="1200">
                <a:solidFill>
                  <a:srgbClr val="94A3B8"/>
                </a:solidFill>
              </a:rPr>
              <a:t> Agregar `"type": "module"` en el `package.json`. Esto permite utilizar la sintaxis moderna `import/export` en lugar del antiguo `require()` de CommonJS.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8FAFC"/>
                </a:solidFill>
              </a:rPr>
              <a:t>4. Scripts de Ejecución:</a:t>
            </a:r>
            <a:r>
              <a:rPr sz="1200">
                <a:solidFill>
                  <a:srgbClr val="94A3B8"/>
                </a:solidFill>
              </a:rPr>
              <a:t> Añadir scripts para desarrollo continuo con nodemon (`npm run dev`) y para arranque en producción (`npm start`).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package.json (Configuración Inicial)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"name": "tareas-prisma",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"version": "1.0.0",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"main": "index.js",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"type": "module",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"scripts":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"start": "node index.js",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"dev": "nodemon index.js"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Comandos de terminal: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mkdir tareas-prisma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cd tareas-prisma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npm init -y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2: Instalación de Dependencias Clave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Dependencias de Producción</a:t>
            </a:r>
          </a:p>
          <a:p>
            <a:pPr>
              <a:spcBef>
                <a:spcPts val="8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t>npm install express @prisma/client @prisma/adapter-pg pg dotenv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express (v5.x):</a:t>
            </a:r>
            <a:r>
              <a:rPr sz="1100">
                <a:solidFill>
                  <a:srgbClr val="94A3B8"/>
                </a:solidFill>
              </a:rPr>
              <a:t> Framework principal para levantar el servidor web, rutas y middleware.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@prisma/client (v7.x):</a:t>
            </a:r>
            <a:r>
              <a:rPr sz="1100">
                <a:solidFill>
                  <a:srgbClr val="94A3B8"/>
                </a:solidFill>
              </a:rPr>
              <a:t> Cliente autogenerado fuertemente tipado para interactuar con la base de datos.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@prisma/adapter-pg:</a:t>
            </a:r>
            <a:r>
              <a:rPr sz="1100">
                <a:solidFill>
                  <a:srgbClr val="94A3B8"/>
                </a:solidFill>
              </a:rPr>
              <a:t> Adaptador oficial de Prisma 7 para enlazar con la biblioteca PostgreSQL `pg`.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pg:</a:t>
            </a:r>
            <a:r>
              <a:rPr sz="1100">
                <a:solidFill>
                  <a:srgbClr val="94A3B8"/>
                </a:solidFill>
              </a:rPr>
              <a:t> Driver oficial y maduro de PostgreSQL para Node.js.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dotenv:</a:t>
            </a:r>
            <a:r>
              <a:rPr sz="1100">
                <a:solidFill>
                  <a:srgbClr val="94A3B8"/>
                </a:solidFill>
              </a:rPr>
              <a:t> Carga automática de variables de entorno desde el archivo `.env`.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78BFA"/>
                </a:solidFill>
                <a:latin typeface="Segoe UI"/>
              </a:defRPr>
            </a:pPr>
            <a:r>
              <a:t>Dependencias de Desarrollo (-D)</a:t>
            </a:r>
          </a:p>
          <a:p>
            <a:pPr>
              <a:spcBef>
                <a:spcPts val="8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t>npm install -D prisma nodemon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prisma (v7.x):</a:t>
            </a:r>
            <a:r>
              <a:rPr sz="1200">
                <a:solidFill>
                  <a:srgbClr val="94A3B8"/>
                </a:solidFill>
              </a:rPr>
              <a:t> Herramienta de línea de comandos (CLI) encargada de gestionar migraciones (`migrate`), validar el esquema (`validate`) y crear clientes (`generate`).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8FAFC"/>
                </a:solidFill>
              </a:rPr>
              <a:t>• nodemon:</a:t>
            </a:r>
            <a:r>
              <a:rPr sz="1200">
                <a:solidFill>
                  <a:srgbClr val="94A3B8"/>
                </a:solidFill>
              </a:rPr>
              <a:t> Herramienta que monitorea cambios en el código fuente y reinicia automáticamente el servidor Express.</a:t>
            </a:r>
          </a:p>
          <a:p>
            <a:pPr>
              <a:spcBef>
                <a:spcPts val="1800"/>
              </a:spcBef>
              <a:defRPr sz="1100">
                <a:solidFill>
                  <a:srgbClr val="FBBF24"/>
                </a:solidFill>
                <a:latin typeface="Segoe UI"/>
              </a:defRPr>
            </a:pPr>
            <a:r>
              <a:t>💡 Clave de Prisma 7: El paquete @prisma/adapter-pg es el nuevo puente optimizado que ejecuta las consultas SQL directamente con el driver `pg` de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3: Base de Datos Neon y Variables de Entorno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PostgreSQL Serverless con Neon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Registro Gratuito:</a:t>
            </a:r>
            <a:r>
              <a:rPr sz="1100">
                <a:solidFill>
                  <a:srgbClr val="94A3B8"/>
                </a:solidFill>
              </a:rPr>
              <a:t> Crear una cuenta en https://neon.tech e iniciar un nuevo proyecto de Postgres.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Connection Pooling:</a:t>
            </a:r>
            <a:r>
              <a:rPr sz="1100">
                <a:solidFill>
                  <a:srgbClr val="94A3B8"/>
                </a:solidFill>
              </a:rPr>
              <a:t> Neon provee endpoints con 'pooling' integrado, optimizando la cantidad de conexiones concurrentes.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Cifrado TLS/SSL Obligatorio:</a:t>
            </a:r>
            <a:r>
              <a:rPr sz="1100">
                <a:solidFill>
                  <a:srgbClr val="94A3B8"/>
                </a:solidFill>
              </a:rPr>
              <a:t> Requiere `sslmode=require` para transferencias seguras a través de la red pública.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Buenas Prácticas de Seguridad:</a:t>
            </a:r>
            <a:r>
              <a:rPr sz="1100">
                <a:solidFill>
                  <a:srgbClr val="94A3B8"/>
                </a:solidFill>
              </a:rPr>
              <a:t> NUNCA incluir el archivo `.env` en repositorios públicos. Asegurarse de listarlo en `.gitignore`.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# Archivo: .env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# Cadena de conexión segura proporcionada por Neon: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DATABASE_URL="postgresql://usuario:password@ep-ejemplo-pooler.aws.neon.tech/neondb?sslmode=require"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# Archivo: .gitignore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node_modules/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.env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4: Configuración Moderna con `prisma7.config.ts`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78BFA"/>
                </a:solidFill>
                <a:latin typeface="Segoe UI"/>
              </a:defRPr>
            </a:pPr>
            <a:r>
              <a:t>La Nueva Arquitectura de Prisma 7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Configuración Programática:</a:t>
            </a:r>
            <a:r>
              <a:rPr sz="1100">
                <a:solidFill>
                  <a:srgbClr val="94A3B8"/>
                </a:solidFill>
              </a:rPr>
              <a:t> En Prisma 7, las opciones globales de la base de datos se desacoplan del archivo `.prisma` hacia un archivo de configuración TypeScript/JavaScript (`prisma7.config.ts`).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defineConfig():</a:t>
            </a:r>
            <a:r>
              <a:rPr sz="1100">
                <a:solidFill>
                  <a:srgbClr val="94A3B8"/>
                </a:solidFill>
              </a:rPr>
              <a:t> Helper con soporte de autocompletado y validación de tipos.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Carga de Variables con dotenv:</a:t>
            </a:r>
            <a:r>
              <a:rPr sz="1100">
                <a:solidFill>
                  <a:srgbClr val="94A3B8"/>
                </a:solidFill>
              </a:rPr>
              <a:t> Se invoca `import "dotenv/config"` para asegurar que `env("DATABASE_URL")` lea correctamente el archivo `.env`.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Rutas Explícitas:</a:t>
            </a:r>
            <a:r>
              <a:rPr sz="1100">
                <a:solidFill>
                  <a:srgbClr val="94A3B8"/>
                </a:solidFill>
              </a:rPr>
              <a:t> Define la ubicación exacta del esquema (`prisma/schema.prisma`) y del directorio de migraciones.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prisma7.config.ts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"dotenv/config";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{ defineConfig, env } from "prisma/config";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export default defineConfig({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  // Ruta del esquema principal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schema: "prisma/schema.prisma",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  // Carpeta de almacenamiento de migraciones DDL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migrations: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path: "prisma/migrations",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},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  // Fuente de datos y cadena de conexión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datasource: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url: env("DATABASE_URL"),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},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5: Modelado de Datos Declarativo (`schema.prisma`)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Estructura del Modelo 'Tarea'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id (Int):</a:t>
            </a:r>
            <a:r>
              <a:rPr sz="1100">
                <a:solidFill>
                  <a:srgbClr val="94A3B8"/>
                </a:solidFill>
              </a:rPr>
              <a:t> Identificador único. Con `@id` se marca como Clave Primaria (Primary Key) y con `@default(autoincrement())` se delega el incremento automático a la secuencia PostgreSQL (`SERIAL`).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descripcion (String):</a:t>
            </a:r>
            <a:r>
              <a:rPr sz="1100">
                <a:solidFill>
                  <a:srgbClr val="94A3B8"/>
                </a:solidFill>
              </a:rPr>
              <a:t> Texto obligatorio que detalla la tarea a realizar.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completada (Boolean):</a:t>
            </a:r>
            <a:r>
              <a:rPr sz="1100">
                <a:solidFill>
                  <a:srgbClr val="94A3B8"/>
                </a:solidFill>
              </a:rPr>
              <a:t> Estado booleano de la tarea. Con `@default(false)` se asegura que toda nueva tarea comience como no completada.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generator client:</a:t>
            </a:r>
            <a:r>
              <a:rPr sz="1100">
                <a:solidFill>
                  <a:srgbClr val="94A3B8"/>
                </a:solidFill>
              </a:rPr>
              <a:t> Configura el generador del cliente JS de Prisma (`prisma-client-js`).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prisma/schema.prisma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generator client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provider = "prisma-client-js"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datasource db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provider = "postgresql"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model Tarea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id          Int     @id @default(autoincrement())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descripcion String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completada  Boolean @default(false)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6: Migraciones de Base de Datos con Prisma Migrate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Segoe UI"/>
              </a:defRPr>
            </a:pPr>
            <a:r>
              <a:t>¿Qué es una Migración?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Comando Fundamental:</a:t>
            </a:r>
            <a:r>
              <a:rPr sz="1100">
                <a:solidFill>
                  <a:srgbClr val="94A3B8"/>
                </a:solidFill>
              </a:rPr>
              <a:t> `npx prisma migrate dev --name init`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Generación de SQL DDL:</a:t>
            </a:r>
            <a:r>
              <a:rPr sz="1100">
                <a:solidFill>
                  <a:srgbClr val="94A3B8"/>
                </a:solidFill>
              </a:rPr>
              <a:t> Prisma analiza el `schema.prisma`, detecta diferencias con la base de datos y crea un archivo `.sql` versionado con timestamp.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Ejecución Automática:</a:t>
            </a:r>
            <a:r>
              <a:rPr sz="1100">
                <a:solidFill>
                  <a:srgbClr val="94A3B8"/>
                </a:solidFill>
              </a:rPr>
              <a:t> Conecta a Neon Postgres y ejecuta la sentencia `CREATE TABLE`.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Actualización del Prisma Client:</a:t>
            </a:r>
            <a:r>
              <a:rPr sz="1100">
                <a:solidFill>
                  <a:srgbClr val="94A3B8"/>
                </a:solidFill>
              </a:rPr>
              <a:t> Automáticamente genera los tipos e interfaces en `node_modules/@prisma/client` para tener autocompletado en el editor.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-- SQL generado automáticamente por Prisma Migrate: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-- prisma/migrations/20260908195120_init/migration.sql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-- CreateTable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CREATE TABLE "Tarea" (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"id" SERIAL NOT NULL,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"descripcion" TEXT NOT NULL,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"completada" BOOLEAN NOT NULL DEFAULT false,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CONSTRAINT "Tarea_pkey" PRIMARY KEY ("id")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-- Estado en consola al ejecutar la migración: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✔ Generated Prisma Client</a:t>
            </a: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✔ Applied migration `20260908195120_init`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7: Conexión del Servidor y Driver 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Integración Express + Prisma 7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Cargar Variables:</a:t>
            </a:r>
            <a:r>
              <a:rPr sz="1100">
                <a:solidFill>
                  <a:srgbClr val="94A3B8"/>
                </a:solidFill>
              </a:rPr>
              <a:t> `import 'dotenv/config'` lee el `.env` al arrancar el proceso.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Instanciar Adaptador PG:</a:t>
            </a:r>
            <a:r>
              <a:rPr sz="1100">
                <a:solidFill>
                  <a:srgbClr val="94A3B8"/>
                </a:solidFill>
              </a:rPr>
              <a:t> `new PrismaPg({ connectionString: process.env.DATABASE_URL })` crea la conexión con el driver nativo de Postgres.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Inyectar Adaptador al Cliente:</a:t>
            </a:r>
            <a:r>
              <a:rPr sz="1100">
                <a:solidFill>
                  <a:srgbClr val="94A3B8"/>
                </a:solidFill>
              </a:rPr>
              <a:t> Se pasa `{ adapter }` al constructor de `PrismaClient`, permitiendo el manejo moderno de conexiones de Prisma 7.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Parseo de Cuerpos JSON:</a:t>
            </a:r>
            <a:r>
              <a:rPr sz="1100">
                <a:solidFill>
                  <a:srgbClr val="94A3B8"/>
                </a:solidFill>
              </a:rPr>
              <a:t> `app.use(express.json())` habilita el análisis automático del payload HTTP en `req.body`.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42513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5937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index.js (Arranque y Conexión)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"dotenv/config";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express from "express";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{ PrismaPg } from "@prisma/adapter-pg";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import { PrismaClient } from "@prisma/client";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const app = express();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Configuración del Driver Adapter para PostgreSQL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const adapter = new PrismaPg({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connectionString: process.env.DATABASE_URL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Instanciación del cliente con el adaptador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const prisma = new PrismaClient({ adapter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Middleware para procesar JSON en las peticiones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app.use(express.json());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8: Middlewares de Logging y Validación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Middleware de Logging Global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Audita cada petición entrante en tiempo real imprimiendo la marca de tiempo ISO, método HTTP y URL solicitada. Invoca `next()` para no bloquear la petición.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app.use((req, res, next) =&gt;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console.log(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`[${new Date().toISOString()}] ${req.method} ${req.url}`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next();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2. Middleware Validador de Datos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Filtro de seguridad en rutas de creación. Si `descripcion` está ausente o vacía, frena la petición y devuelve HTTP 400 Bad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const validarDescripcion = (req, res, next) =&gt;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if (!req.body.descripcion)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return res.status(400).json({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error: "La descripcion es un campo requerido"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next();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9: Endpoints de Consulta (GET /tareas y GET /tareas/:id)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846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Operaciones de Lectura (Read)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GET /tareas (Listar todas):</a:t>
            </a:r>
            <a:r>
              <a:rPr sz="1100">
                <a:solidFill>
                  <a:srgbClr val="94A3B8"/>
                </a:solidFill>
              </a:rPr>
              <a:t> Utiliza `prisma.tarea.findMany()` para consultar todas las filas de la tabla sin filtros y retorna el array en formato JSON.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GET /tareas/:id (Buscar por ID):</a:t>
            </a:r>
            <a:r>
              <a:rPr sz="1100">
                <a:solidFill>
                  <a:srgbClr val="94A3B8"/>
                </a:solidFill>
              </a:rPr>
              <a:t> Extrae el parámetro de la URL con `req.params.id` y lo convierte a entero con `parseInt()`.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findUnique():</a:t>
            </a:r>
            <a:r>
              <a:rPr sz="1100">
                <a:solidFill>
                  <a:srgbClr val="94A3B8"/>
                </a:solidFill>
              </a:rPr>
              <a:t> Busca la fila cuya clave primaria coincida con `{ where: { id } }`.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Manejo de Errores 404:</a:t>
            </a:r>
            <a:r>
              <a:rPr sz="1100">
                <a:solidFill>
                  <a:srgbClr val="94A3B8"/>
                </a:solidFill>
              </a:rPr>
              <a:t> Si la tarea no existe (`!tarea`), retorna inmediatamente un código de estado `404 Not Found` con mensaje explicativo.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560801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24225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GET todas las tareas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app.get('/tareas', async (req, res) =&gt; {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tareas = await prisma.tarea.findMany();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res.json(tareas);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GET tarea individual por ID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app.get('/tareas/:id', async (req, res) =&gt; {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id = parseInt(req.params.id);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tarea = await prisma.tarea.findUnique({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where: { id 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A78BFA"/>
                </a:solidFill>
                <a:latin typeface="Consolas"/>
              </a:defRPr>
            </a:pPr>
            <a:r>
              <a:t>    if (!tarea) {</a:t>
            </a:r>
          </a:p>
          <a:p>
            <a:pPr>
              <a:defRPr sz="1050">
                <a:solidFill>
                  <a:srgbClr val="A78BFA"/>
                </a:solidFill>
                <a:latin typeface="Consolas"/>
              </a:defRPr>
            </a:pPr>
            <a:r>
              <a:t>        return res.status(404).json({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error: "Tarea no encontrada"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res.json(tarea);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10: Endpoints de Creación, Actualización y Eliminación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8463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Escritura, Actualización y Borrado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POST /tareas (Crear):</a:t>
            </a:r>
            <a:r>
              <a:rPr sz="1100">
                <a:solidFill>
                  <a:srgbClr val="94A3B8"/>
                </a:solidFill>
              </a:rPr>
              <a:t> Protegido por el middleware `validarDescripcion`. Ejecuta `prisma.tarea.create({ data: { descripcion } })` y responde con código `201 Created`.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PUT /tareas/:id (Actualizar):</a:t>
            </a:r>
            <a:r>
              <a:rPr sz="1100">
                <a:solidFill>
                  <a:srgbClr val="94A3B8"/>
                </a:solidFill>
              </a:rPr>
              <a:t> Verifica primero que la tarea exista (404 si no). Permite actualizar sólo los campos proporcionados (`descripcion` o `completada`) usando spreads condicionales.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F8FAFC"/>
                </a:solidFill>
              </a:rPr>
              <a:t>• DELETE /tareas/:id (Eliminar):</a:t>
            </a:r>
            <a:r>
              <a:rPr sz="1100">
                <a:solidFill>
                  <a:srgbClr val="94A3B8"/>
                </a:solidFill>
              </a:rPr>
              <a:t> Verifica existencia previa y ejecuta `prisma.tarea.delete({ where: { id } })`. Responde con confirmación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5608015" cy="4754880"/>
          </a:xfrm>
          <a:prstGeom prst="roundRect">
            <a:avLst/>
          </a:prstGeom>
          <a:solidFill>
            <a:srgbClr val="0A0E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24225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POST: Crear nueva tarea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app.post('/tareas', validarDescripcion, async (req, res) =&gt; {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{ descripcion } = req.body;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tarea = await prisma.tarea.create({ data: { descripcion }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res.status(201).json(tarea);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// PUT: Actualización dinámica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app.put('/tareas/:id', async (req, res) =&gt; {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id = parseInt(req.params.id);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tareaExiste = await prisma.tarea.findUnique({ where: { id } });</a:t>
            </a:r>
          </a:p>
          <a:p>
            <a:pPr>
              <a:defRPr sz="1050">
                <a:solidFill>
                  <a:srgbClr val="A78BFA"/>
                </a:solidFill>
                <a:latin typeface="Consolas"/>
              </a:defRPr>
            </a:pPr>
            <a:r>
              <a:t>    if (!tareaExiste) return res.status(404).json({ error: "Tarea no encontrada"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{ descripcion, completada } = req.body;</a:t>
            </a:r>
          </a:p>
          <a:p>
            <a:pPr>
              <a:defRPr sz="1050">
                <a:solidFill>
                  <a:srgbClr val="38BDF8"/>
                </a:solidFill>
                <a:latin typeface="Consolas"/>
              </a:defRPr>
            </a:pPr>
            <a:r>
              <a:t>    const tarea = await prisma.tarea.update({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where: { id },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data: {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...(descripcion !== undefined &amp;&amp; { descripcion }),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...(completada !== undefined &amp;&amp; { completada })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});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    res.json(tarea);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PASO 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Paso 11: Pruebas de Endpoints y Códigos de Estado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Matriz de Verificación de Endpoints (Postman / Thunder Client / cURL)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240280"/>
          <a:ext cx="101800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2560320"/>
                <a:gridCol w="1463040"/>
                <a:gridCol w="2864815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Cuerpo (JSON)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Código HTTP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Resultado Esperado</a:t>
                      </a:r>
                    </a:p>
                  </a:txBody>
                  <a:tcPr>
                    <a:solidFill>
                      <a:srgbClr val="0A0E1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/tareas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Ninguno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Lista completa de todas las tareas en 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/tareas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{"descripcion": "Aprender Prisma"}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201 Created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Crea la tarea y retorna el objeto con su nuevo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/tareas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{} (Sin descripción)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400 Bad Request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Rechaza la petición: 'La descripcion es requerida'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/tareas/999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Ninguno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404 Not 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Indica que el recurso con dicho ID no existe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/tareas/1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{"completada": true}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Actualiza el estado de la tarea a completada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BBF24"/>
                </a:solidFill>
                <a:latin typeface="Segoe UI"/>
              </a:defRPr>
            </a:pPr>
            <a:r>
              <a:t>💡 Herramienta Adicional: Ejecuta `npx prisma studio` en la consola para abrir una interfaz gráfica en el navegador (puerto 5555) donde puedes ver, editar y borrar registros en vivo.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RESUMEN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Conclusiones y Recomendaciones Profesionales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Segoe UI"/>
              </a:defRPr>
            </a:pPr>
            <a:r>
              <a:t>Logros de la Arquitectura Implementada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✔ Desacoplamiento Efectivo:</a:t>
            </a:r>
            <a:r>
              <a:rPr sz="1100">
                <a:solidFill>
                  <a:srgbClr val="94A3B8"/>
                </a:solidFill>
              </a:rPr>
              <a:t> Separación clara entre enrutamiento, middlewares, capa ORM y base de datos relacional.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✔ Prisma 7 Ready:</a:t>
            </a:r>
            <a:r>
              <a:rPr sz="1100">
                <a:solidFill>
                  <a:srgbClr val="94A3B8"/>
                </a:solidFill>
              </a:rPr>
              <a:t> Adopción de la versión más reciente de Prisma con adaptadores desacoplados de alto rendimiento.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✔ Cero Servidores Locales:</a:t>
            </a:r>
            <a:r>
              <a:rPr sz="1100">
                <a:solidFill>
                  <a:srgbClr val="94A3B8"/>
                </a:solidFill>
              </a:rPr>
              <a:t> Integración con Neon Postgres en la nube, evitando la instalación y mantenimiento engorroso de motores SQL locales.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✔ Control de Errores y Validaciones:</a:t>
            </a:r>
            <a:r>
              <a:rPr sz="1100">
                <a:solidFill>
                  <a:srgbClr val="94A3B8"/>
                </a:solidFill>
              </a:rPr>
              <a:t> Flujo estructurado que previene fallos silenciosos y responde con códigos HTTP estándar.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Propuestas para Escalar el Proyecto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🚀 Adopción Completa de TypeScript:</a:t>
            </a:r>
            <a:r>
              <a:rPr sz="1100">
                <a:solidFill>
                  <a:srgbClr val="94A3B8"/>
                </a:solidFill>
              </a:rPr>
              <a:t> Tipar de extremo a extremo las solicitudes, respuestas y modelos para prevenir bugs en compilación.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🚀 Validación con Zod:</a:t>
            </a:r>
            <a:r>
              <a:rPr sz="1100">
                <a:solidFill>
                  <a:srgbClr val="94A3B8"/>
                </a:solidFill>
              </a:rPr>
              <a:t> Reemplazar validaciones manuales por esquemas Zod con parsing automático y tipado inferido.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🚀 Middleware Global de Manejo de Errores:</a:t>
            </a:r>
            <a:r>
              <a:rPr sz="1100">
                <a:solidFill>
                  <a:srgbClr val="94A3B8"/>
                </a:solidFill>
              </a:rPr>
              <a:t> Envolver controladores en bloques `try/catch` y capturar excepciones en un middleware `(err, req, res, next)`.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🚀 Autenticación y Autorización:</a:t>
            </a:r>
            <a:r>
              <a:rPr sz="1100">
                <a:solidFill>
                  <a:srgbClr val="94A3B8"/>
                </a:solidFill>
              </a:rPr>
              <a:t> Implementar JWT o Neon Auth para que cada usuario gestione sus propias tareas privadas.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